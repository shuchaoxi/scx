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各位老师好，我今天汇报的题目是 SCX——状态条件数据价值评估框架。出发点很朴素：数据很贵，但数据价值不是样本自身的固定属性，而是取决于状态的。我从机器学习势函数里发现了这个规律，然后把它抽象成了通用框架。今天讲四件事：问题是什么、核心想法、做了什么、下一步怎么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为什么要做这个。在科学计算里数据很贵，但我们经常不知道花大价钱算出来的数据到底哪些真有用、哪些是重复劳动、哪些甚至有问题。传统方法给每个样本一个固定分数，但数据价值不是样本的固有属性。同一个样本，在不同模型、不同已有数据覆盖下，价值完全不一样。打个比方：一道题对刷了100道同类题的学生是冗余的，对刚入门的学生是高价值的。SCX 要解决的就是这个矛盾。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这一页是核心思想。传统方法给每个样本一个固定分数。SCX 认为数据价值取决于状态——包括当前误差、状态出现频率、标签一致性、已有覆盖度、以及哪个专家在这个状态最可靠。公式里五个因子是乘积关系：任何一个为零，整个价值就为零。比如当前误差已经很低了，那这个状态的数据就不值钱——模型已经学会了。比如噪声很高，也不值钱——再多的坏数据也学不出好东西。这个思想的来源很朴素：做势函数时发现同一个模型在声子附近预测很准、在高温区预测很差——那显然在声子区继续加数据是浪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这一页用大白话解释四分类。冗余数据：模型已经学得很好，类似样本很多，再加就是浪费钱。AlN 的 phonon 120 帧全部 fmax 在 0.66 左右，SCX 建议可压缩 50-80%。高价值数据：误差还比较高但一致性好——不是噪声，是真的还没学会。噪声数据：误差高、密度低、一致性低——大概率是数据本身有问题。1800K 的热振动 snapshot 有将近一半 fmax 超过 5，14 帧超过 10——物理上 AlN 晶体里原子受力不可能这么大，这就是脚本生成的坏构型，属于数据中毒。专家依赖：某类数据专家 A 处理得很好、专家 B 很差，这时应该路由给 A 而不是搞平均主义。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四分类的具体标准和动作建议。高价值：模型还没学会，且数据质量可靠——值得继续投入计算资源。冗余：模型已经学会了，再算类似结构是浪费钱——SCX 在 AlN 上发现 phonon 120 帧可以压缩一半以上。噪声风险：数据本身有问题，强行训练反而不利——SCX 能自动发现这些帧。专家依赖：别搞平均主义，在状态 A 专家 1 最强就把数据给专家 1。这四个分类不是人为划的，是 SCX 根据状态条件自动判定的。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 SCX 最早在 MLIP 领域做出来？三个原因。第一，ACE descriptor 本身就是天然编码器——物理给了你 embedding。第二，DFT 提供可靠但昂贵的标签——你有 ground truth 可以校准。第三，MLIP 天然是多专家场景——同一数据可以训不同势函数，它们在相同区域表现天然不同。这三个条件让 MLIP 成为 SCX 最理想的第一个验证场景。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第一个根据地的详细进展。左边是势函数工作：Single ACE 基线、Model B shared+correction 架构、以及 gauge fixing。我们发现后处理投影是最优方案——先训练再投影，violation 精确到 10 的负 16 次方，预测完全不变。右边是 SCX 工作：一层方法太粗导致一半帧挤在一个状态，两层方法把噪声 F1 从 0.253 提升到 0.585。最关键的发现是数据防中毒：SCX 不知道 fmax 阈值也不知道 batch 标签，但独立发现了全部 74 个高噪声帧。训练 fmax 和测试误差的 Pearson 相关系数高达 0.966。预估去噪后力 RMSE 降 29-48%。底部三个数字是核心证据。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 MLIP 推广到科学仿真的逻辑。仔细看科学和工程仿真里的问题结构，和 MLIP 完全一样。状态：MLIP 里是构型空间，FEM 里是载荷/边界条件组合的参数空间。专家：MLIP 里是不同势函数，仿真里是不同保真度求解器——粗网格便宜但不准，细网格准但贵。噪声：MLIP 里是 fmax 异常，仿真里是数值发散、收敛失败。冗余：MLIP 里是 phonon 小位移的 120 个相似帧，仿真里是参数扫描过密的区域。问题结构完全一样。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SCX 通用工作流，五阶段闭环。编码：不管什么类型的数据映射成特征向量。建图：聚类形成状态地图。估值：对每个状态做四维评分。决策：给出动作建议。反馈：真实结果回传校准阈值。底部两层描述符是最大的方法创新：L1 用人的域知识做粗聚类，L2 用误差驱动的特征选择做细化。本质思想是——状态应该由模型在哪里失败来定义，不是由人的直觉来定义。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潜在应用方向。我必须坦诚——除了 MLIP 之外，其他方向都还没有实际验证。列出它们是想说明：这些看似不相关的领域，底层的数据价值判断逻辑是相同的。都是问同一个问题：在当前这个状态下，这个数据可不可信？这个模型可不可信？FEM 里粗网格和细网格的切换策略、制造监测里传感器的异常检测、医学图像里标注质量评估、自动驾驶里 corner case 价值判断——问题结构一样。但再次强调：我们扎实做好的只有 MLIP 这一个。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四个角度论证 SCX 的论文价值。理论新意：重新定义了数据价值这个概念——不是全局标量，是状态条件概率。应用验证：AlN v3 和 MedMNIST 上都有量化证据。通用性：不绑定任何特定模型架构，抽象基类加 YAML 配置，新领域三步接入。实用性：直接回答很实际的问题——这个数据值不值得花钱。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计划写两篇论文。论文一 SCX-MLIP 聚焦势函数合并和数据质量——已有完整实验数据，现在就可以开始写。论文二 SCX-Theory 推广为通用框架——需要额外的 FEM 案例和合成 benchmark。时间线上，论文一先行。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最后一页，一句话总结。SCX 不替代任何模型，也不替代任何专家。它做的事情很朴素——判断在当前这个状态下，哪些数据值得你信、哪些专家值得你信、哪些动作值得你花钱。核心命题只有一句话：The value of data is state-conditioned。数据价值是状态条件的。谢谢各位老师，欢迎提问。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</a:defRPr>
            </a:pPr>
            <a:r>
              <a:t>SCX：状态条件数据价值评估框架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56DB"/>
                </a:solidFill>
              </a:defRPr>
            </a:pPr>
            <a:r>
              <a:t>The value of data is state-conditioned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从机器学习势函数到科学与工程仿真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汇报人：许少杰</a:t>
            </a:r>
            <a:br/>
            <a:r>
              <a:t>华中科技大学</a:t>
            </a:r>
            <a:br/>
            <a:r>
              <a:t>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</a:defRPr>
            </a:pPr>
            <a:r>
              <a:t>问题背景：数据很贵，但我们经常不知道哪些数据值得用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34747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数据采集</a:t>
            </a:r>
            <a:br/>
            <a:r>
              <a:t>成本高昂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DFT 一个结构可能算几十核时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FEM 一次仿真跑几小时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医学图像标注需要专家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371600"/>
            <a:ext cx="2651760" cy="34747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数据价值</a:t>
            </a:r>
            <a:br/>
            <a:r>
              <a:t>不明确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945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哪些样本值得继续算？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哪些是重复的、可以跳过？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哪些数据可能是错的？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2651760" cy="34747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多专家/多模型</a:t>
            </a:r>
            <a:br/>
            <a:r>
              <a:t>难以比较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不存在全局最优的模型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专家可靠性随区域变化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如何把样本路由到合适的专家？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371600"/>
            <a:ext cx="2651760" cy="34747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传统方法</a:t>
            </a:r>
            <a:br/>
            <a:r>
              <a:t>有局限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1945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LOO/Shapley 给每个样本固定分数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不考虑状态上下文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分不清噪声和困难样本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核心矛盾：我们需要一个框架，能在状态的粒度上判断——这个数据值不值得用、这个专家值不值得信、这个动作值不值得花钱。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核心思想：数据价值是状态条件的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1828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</a:defRPr>
            </a:pPr>
            <a:r>
              <a:t>传统方法：全局打分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B7280"/>
                </a:solidFill>
              </a:defRPr>
            </a:pPr>
            <a:r>
              <a:t>LOO / Data Shapley / Influence Function</a:t>
            </a:r>
          </a:p>
          <a:p>
            <a:pPr>
              <a:spcAft>
                <a:spcPts val="400"/>
              </a:spcAft>
              <a:defRPr sz="1400">
                <a:solidFill>
                  <a:srgbClr val="6B7280"/>
                </a:solidFill>
              </a:defRPr>
            </a:pPr>
            <a:r>
              <a:t>每个样本 → 一个固定分数</a:t>
            </a:r>
          </a:p>
          <a:p>
            <a:pPr>
              <a:spcAft>
                <a:spcPts val="400"/>
              </a:spcAft>
              <a:defRPr sz="1400">
                <a:solidFill>
                  <a:srgbClr val="6B7280"/>
                </a:solidFill>
              </a:defRPr>
            </a:pPr>
            <a:r>
              <a:t>不考虑：谁在用、已有啥、当前缺啥</a:t>
            </a:r>
          </a:p>
          <a:p>
            <a:pPr>
              <a:spcAft>
                <a:spcPts val="400"/>
              </a:spcAft>
              <a:defRPr sz="1400">
                <a:solidFill>
                  <a:srgbClr val="6B7280"/>
                </a:solidFill>
              </a:defRPr>
            </a:pPr>
            <a:r>
              <a:t>结果：噪声和困难样本分不清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1828800"/>
          </a:xfrm>
          <a:prstGeom prst="roundRect">
            <a:avLst/>
          </a:prstGeom>
          <a:solidFill>
            <a:srgbClr val="DB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</a:defRPr>
            </a:pPr>
            <a:r>
              <a:t>SCX：状态条件打分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V(x) = V(x | 状态, 覆盖度, 专家, 成本, 反馈)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同一个样本 → 不同条件下价值不同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数据价值由五个因素共同决定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t>可以区分：冗余 / 噪声 / 高价值 / 需路由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66160"/>
            <a:ext cx="11247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核心公式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V(s) = r_bar(s) x rho(s) x L(s) x [1 - D(s)] x max_m SCX_m(s)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r_bar=当前误差  rho=状态出现概率  L=可学习性(非噪声)  D=已有覆盖度  SCX=该状态下最佳专家的可靠性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关键洞察：数据价值不是样本的固有属性。同一批数据，在模型 A 眼里是噪声，在模型 B 手里可能是高价值样本。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</a:defRPr>
            </a:pPr>
            <a:r>
              <a:t>大白话解释：同一个样本，在不同状态下价值完全不同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566928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冗余数据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56DB"/>
                </a:solidFill>
              </a:defRPr>
            </a:pPr>
            <a:r>
              <a:t>低误差 + 高密度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→ 压缩 / 跳过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Phonon 120 帧: fmax~0.66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预估可压缩 50-80%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669280" cy="2286000"/>
          </a:xfrm>
          <a:prstGeom prst="roundRect">
            <a:avLst/>
          </a:prstGeom>
          <a:solidFill>
            <a:srgbClr val="DB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高价值数据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56DB"/>
                </a:solidFill>
              </a:defRPr>
            </a:pPr>
            <a:r>
              <a:t>高误差 + 高密度 + 高一致性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→ 继续采集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EOS 极端应变区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弹性变形方向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840479"/>
            <a:ext cx="5669280" cy="228600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319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噪声 / 坏标签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976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56DB"/>
                </a:solidFill>
              </a:defRPr>
            </a:pPr>
            <a:r>
              <a:t>高误差 + 低密度 + 低一致性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91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→ 重算 / 降权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199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Thermal 1800K: 49.1% 帧 fmax&gt;5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14 帧 fmax&gt;10 (极端异常)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40479"/>
            <a:ext cx="5669280" cy="2286000"/>
          </a:xfrm>
          <a:prstGeom prst="roundRect">
            <a:avLst/>
          </a:prstGeom>
          <a:solidFill>
            <a:srgbClr val="FE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专家依赖数据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56DB"/>
                </a:solidFill>
              </a:defRPr>
            </a:pPr>
            <a:r>
              <a:t>某专家在此区域显著优于其他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091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→ 路由到最合适的专家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29199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MLMD stress10 区域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需路由到高温训练专家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SCX 把数据分成四类，每类对应不同动作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73152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Valuable</a:t>
            </a:r>
            <a:br/>
            <a:r>
              <a:t>高价值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3258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高误差 + 高密度</a:t>
            </a:r>
            <a:br/>
            <a:r>
              <a:t>+ 高一致性 + 低覆盖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325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→ 采集更多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32588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EOS极端应变、弹性变形</a:t>
            </a:r>
            <a:br/>
            <a:r>
              <a:t>尚未覆盖的构型区域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39"/>
            <a:ext cx="73152" cy="1097280"/>
          </a:xfrm>
          <a:prstGeom prst="rect">
            <a:avLst/>
          </a:prstGeom>
          <a:solidFill>
            <a:srgbClr val="0D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59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Redundant</a:t>
            </a:r>
            <a:br/>
            <a:r>
              <a:t>冗余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651759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低误差 + 高密度</a:t>
            </a:r>
            <a:br/>
            <a:r>
              <a:t>+ 高覆盖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651759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B"/>
                </a:solidFill>
              </a:defRPr>
            </a:pPr>
            <a:r>
              <a:t>→ 压缩/跳过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51759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Phonon小位移 120 帧</a:t>
            </a:r>
            <a:br/>
            <a:r>
              <a:t>压缩 50-80% 精度不降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Noisy</a:t>
            </a:r>
            <a:br/>
            <a:r>
              <a:t>噪声风险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977639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高误差 + 低密度</a:t>
            </a:r>
            <a:br/>
            <a:r>
              <a:t>+ 低一致性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977639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</a:defRPr>
            </a:pPr>
            <a:r>
              <a:t>→ 重算/降权/丢弃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977639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Thermal 1800K: 49% 异常</a:t>
            </a:r>
            <a:br/>
            <a:r>
              <a:t>MLMD stress10: 35% 异常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57800"/>
            <a:ext cx="73152" cy="109728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Expert-dep.</a:t>
            </a:r>
            <a:br/>
            <a:r>
              <a:t>专家依赖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3035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某专家在此状态</a:t>
            </a:r>
            <a:br/>
            <a:r>
              <a:t>显著优于其他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53035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8A00"/>
                </a:solidFill>
              </a:defRPr>
            </a:pPr>
            <a:r>
              <a:t>→ 路由到该专家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30352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MLMD 高温区需专项专家</a:t>
            </a:r>
            <a:br/>
            <a:r>
              <a:t>表面/缺陷需迁移学习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为什么 MLIP 是 SCX 的第一个根据地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2801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1. 天然的状态编码器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ACE descriptor 把任意原子构型映射到 182 维基函数空间。构型相似 → 基函数接近。不需要额外训练 embedding 网络。物理本身就给了你编码器。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11247120" cy="1280160"/>
          </a:xfrm>
          <a:prstGeom prst="roundRect">
            <a:avLst/>
          </a:prstGeom>
          <a:solidFill>
            <a:srgbClr val="DB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2. 可靠的参考标签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DFT 虽然贵，但提供了相对可靠的能量/力/应力标签。有 ground truth，才能画 residual map，才能判断专家好不好。这比纯无监督场景多了一个锚点。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1247120" cy="12801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3. 天然的多专家场景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同一个训练集可以训出多个势函数——不同架构、不同初始化、不同数据子集。它们在同一个构型区域上表现天然不同——这正是 SCX 需要对比的。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</a:defRPr>
            </a:pPr>
            <a:r>
              <a:t>总结：MLIP = 天然编码器(ACE) + 可靠标签(DFT) + 多专家对比 → SCX 的理想起点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SCX-MLIP：第一个根据地的进展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</a:defRPr>
            </a:pPr>
            <a:r>
              <a:t>势函数侧：Model B + Gauge Fixing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Single ACE (1196 参数): 力 RMSE 0.045 eV/A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Model B shared+correction (1378 参数):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  E = sum[c0*Bi + c_Z*Bi + b_Z]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  shared c0 + 元素修正 c_Z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Gauge Fixing: 后处理投影方法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  先训练，再投影: c_Z -= g, c_0 += g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  Violation = 4.6e-16 (机器零)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  预测完全不变 (数学恒等式)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关键认识：gauge fix 的真正价值在势函数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合并 (AlN+GaN)，单独 AlN 不带来额外精度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DB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</a:defRPr>
            </a:pPr>
            <a:r>
              <a:t>SCX 侧：两层描述符 + 数据防中毒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一层 (12-dim MLIP encoder):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  50% 帧挤在一个状态, 噪声 F1 = 0.253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两层 (= 一层 + ErrorDrivenEncoder):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  L1 粗聚类 → L2 误差子空间细化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  噪声 F1: 0.253 → 0.585 (+131%)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  Top-3 状态捕获 94.6% 噪声帧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  Phonon 120 帧 100% 隔离 (低误差)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数据防中毒 (Data Poisoning Defense):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  无先验知识发现全部 74 个高噪声帧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  训练 fmax vs 测试误差: r = 0.966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  预估去噪后力 RMSE 降 29-48%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309360"/>
            <a:ext cx="365760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3276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534 帧 → 可压缩约150帧 + 移除14帧极端噪声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6309360"/>
            <a:ext cx="32004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63276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SCX 100% 命中 REPORT 最差12帧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6309360"/>
            <a:ext cx="3840480" cy="457200"/>
          </a:xfrm>
          <a:prstGeom prst="rect">
            <a:avLst/>
          </a:prstGeom>
          <a:solidFill>
            <a:srgbClr val="0D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63276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预估力RMSE: 0.045 → 0.023-0.032 eV/A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从 MLIP 到科学仿真：问题结构是一样的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56DB"/>
                </a:solidFill>
              </a:defRPr>
            </a:pPr>
            <a:r>
              <a:t>核心映射：状态 = 仿真参数空间中的区域 | 专家 = 不同保真度的求解器 | 数据价值 = 是否值得在这个参数区域做高保真计算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66160" cy="3657600"/>
          </a:xfrm>
          <a:prstGeom prst="roundRect">
            <a:avLst/>
          </a:prstGeom>
          <a:solidFill>
            <a:srgbClr val="DB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MLIP [已验证]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状态 = 原子构型空间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专家 = 不同势函数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高保真 = DFT 计算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低保真 = 经验势 / ACE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噪声 = fmax 异常的帧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冗余 = 过多相似构型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566160" cy="36576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FEM / 工程仿真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状态 = 参数空间(载荷/边界)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专家 = 粗/细网格求解器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高保真 = 精细网格 FEM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低保真 = 粗网格 / 降阶模型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噪声 = 数值发散 / 不收敛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冗余 = 参数扫描过密区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566160" cy="36576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通用 SCX-Sim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7744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状态 = 仿真场景参数组合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专家 = 各保真度求解器链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高保真 = 实验 / 高精度仿真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低保真 = surrogate / 经验公式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噪声 = 收敛失败 / 数值异常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冗余 = 参数空间过度采样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MLIP 中发现的规律（噪声集中在极端参数区、冗余在低误差区、专家分歧在特定状态）在 FEM 和工程仿真中同样成立。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SCX 通用工作流：五阶段闭环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2103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21031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904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1. 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10312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数据 -&gt; 特征向量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(ACE/CNN/GNN/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仿真参数向量)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23160" y="2560320"/>
            <a:ext cx="201168" cy="36576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51760" y="1463040"/>
            <a:ext cx="2103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1463040"/>
            <a:ext cx="2103120" cy="502920"/>
          </a:xfrm>
          <a:prstGeom prst="rect">
            <a:avLst/>
          </a:prstGeom>
          <a:solidFill>
            <a:srgbClr val="25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904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2. 建图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10312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聚类 -&gt; 状态地图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(KMeans/谱聚类/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误差驱动聚类)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00600" y="2560320"/>
            <a:ext cx="201168" cy="365760"/>
          </a:xfrm>
          <a:prstGeom prst="rightArrow">
            <a:avLst/>
          </a:prstGeom>
          <a:solidFill>
            <a:srgbClr val="25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1463040"/>
            <a:ext cx="2103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463040"/>
            <a:ext cx="2103120" cy="502920"/>
          </a:xfrm>
          <a:prstGeom prst="rect">
            <a:avLst/>
          </a:prstGeom>
          <a:solidFill>
            <a:srgbClr val="0D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4904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3. 估值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10312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四维评分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质量 / 冗余 / 噪声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/ 专家可靠性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78040" y="2560320"/>
            <a:ext cx="201168" cy="365760"/>
          </a:xfrm>
          <a:prstGeom prst="rightArrow">
            <a:avLst/>
          </a:prstGeom>
          <a:solidFill>
            <a:srgbClr val="0D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1463040"/>
            <a:ext cx="2103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1463040"/>
            <a:ext cx="2103120" cy="50292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14904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4. 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10312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动作选择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采集 / 压缩 / 重标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/ 路由 / 丢弃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555480" y="2560320"/>
            <a:ext cx="201168" cy="365760"/>
          </a:xfrm>
          <a:prstGeom prst="rightArrow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0" y="1463040"/>
            <a:ext cx="2103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1463040"/>
            <a:ext cx="21031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14904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5. 反馈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10312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真实结果回传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重校准阈值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持续更新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反馈闭环：第5步的真实结果（训练loss变化、仿真验证误差）-&gt; 回传校准第3步的阈值 -&gt; 持续改进决策质量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120640"/>
            <a:ext cx="11247120" cy="1554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两层描述符（核心方法创新）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577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Layer 1（人工域知识）：手工描述符 → 粗聚类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  MLIP: coord_num, bond_len, volume...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  仿真: Re, Ma, 载荷范围, 几何参数...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577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56DB"/>
                </a:solidFill>
              </a:defRPr>
            </a:pPr>
            <a:r>
              <a:t>Layer 2（算法发现）：误差驱动特征选择 → 细化</a:t>
            </a:r>
          </a:p>
          <a:p>
            <a:pPr>
              <a:spcAft>
                <a:spcPts val="400"/>
              </a:spcAft>
              <a:defRPr sz="1200">
                <a:solidFill>
                  <a:srgbClr val="1A56DB"/>
                </a:solidFill>
              </a:defRPr>
            </a:pPr>
            <a:r>
              <a:t>  互信息筛选误差相关维度</a:t>
            </a:r>
          </a:p>
          <a:p>
            <a:pPr>
              <a:spcAft>
                <a:spcPts val="400"/>
              </a:spcAft>
              <a:defRPr sz="1200">
                <a:solidFill>
                  <a:srgbClr val="1A56DB"/>
                </a:solidFill>
              </a:defRPr>
            </a:pPr>
            <a:r>
              <a:t>  仅在误差相关子空间中聚类</a:t>
            </a:r>
          </a:p>
          <a:p>
            <a:pPr>
              <a:spcAft>
                <a:spcPts val="400"/>
              </a:spcAft>
              <a:defRPr sz="1200">
                <a:solidFill>
                  <a:srgbClr val="1A56DB"/>
                </a:solidFill>
              </a:defRPr>
            </a:pPr>
            <a:r>
              <a:t>  自动发现 noise/value/redundant 子状态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SCX 的潜在应用方向：同一个问题结构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56DB"/>
                </a:solidFill>
              </a:defRPr>
            </a:pPr>
            <a:r>
              <a:t>核心问题（普适的）：在当前状态 s 下，这个数据 / 这个模型是否可信？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40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材料 / DFT / MLIP [已验证]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64208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势函数选择、数据质量筛查、训练集压缩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95728"/>
            <a:ext cx="64008" cy="566928"/>
          </a:xfrm>
          <a:prstGeom prst="rect">
            <a:avLst/>
          </a:prstGeom>
          <a:solidFill>
            <a:srgbClr val="0D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1401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FEM / 工程仿真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14016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粗/细网格切换策略、仿真点冗余检测、数值异常筛查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45536"/>
            <a:ext cx="64008" cy="566928"/>
          </a:xfrm>
          <a:prstGeom prst="rect">
            <a:avLst/>
          </a:prstGeom>
          <a:solidFill>
            <a:srgbClr val="25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6382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制造在线监测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163824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传感器数据质控、异常检测(非统计型)、多模型路由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95344"/>
            <a:ext cx="64008" cy="566928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1363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医学图像质控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913631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标注质量评估、困难样本 vs 标注错误区分、冗余切片筛选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45152"/>
            <a:ext cx="64008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机器人轨迹数据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6634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仿真轨迹质量评估、sim-to-real 场景选择、多控制器路由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94959"/>
            <a:ext cx="64008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13247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智能驾驶场景数据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413247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Corner case 价值评估、仿真场景冗余检测、多传感器融合路由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2626"/>
                </a:solidFill>
              </a:defRPr>
            </a:pPr>
            <a:r>
              <a:t>坦诚声明：除 MLIP 外，其他方向尚未验证。列出是为了说明问题结构相同，不是宣称已经解决。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为什么 SCX 值得写成论文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743200" cy="47548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743200" cy="7315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3898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理论新意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7556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数据价值</a:t>
            </a:r>
            <a:br/>
            <a:r>
              <a:t>是状态条件的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28600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不是全局标量，是条件概率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6 个命题覆盖压缩/路由/两层发现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Prop 1 (全局排名不充分性) 已证明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重新定义了数据价值的数学对象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371600"/>
            <a:ext cx="2743200" cy="47548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371600"/>
            <a:ext cx="2743200" cy="731520"/>
          </a:xfrm>
          <a:prstGeom prst="rect">
            <a:avLst/>
          </a:prstGeom>
          <a:solidFill>
            <a:srgbClr val="0D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13898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应用验证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17556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MLIP 场景</a:t>
            </a:r>
            <a:br/>
            <a:r>
              <a:t>已有量化证据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28600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AlN v3: 噪声F1=0.585, Top-3 捕获94.6%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数据防中毒: 100%命中, r=0.966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MedMNIST: 30%压缩精度+6%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MedMNIST: SCX路由优于均匀集成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743200" cy="47548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743200" cy="73152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898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通用性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556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不限于任何</a:t>
            </a:r>
            <a:br/>
            <a:r>
              <a:t>特定ML范式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8600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不依赖特定模型架构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不依赖梯度/损失函数形式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抽象基类 + YAML 域配置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新领域 3 步接入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371600"/>
            <a:ext cx="2743200" cy="47548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371600"/>
            <a:ext cx="274320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3898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实用性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7556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直接回答</a:t>
            </a:r>
            <a:br/>
            <a:r>
              <a:t>值不值得花钱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28600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数据采集: 哪些区域值得继续投入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数据清洗: 自动发现噪声/异常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专家部署: 路由到最可靠模型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</a:defRPr>
            </a:pPr>
            <a:r>
              <a:t>成本优化: 压缩冗余, 聚焦高价值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计划中的两篇论文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114800"/>
          </a:xfrm>
          <a:prstGeom prst="roundRect">
            <a:avLst/>
          </a:prstGeom>
          <a:solidFill>
            <a:srgbClr val="DBE9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</a:defRPr>
            </a:pPr>
            <a:r>
              <a:t>论文一：SCX-MLIP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专家势函数合并与状态条件数据价值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核心贡献：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- Model B shared+correction 架构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- Post-hoc gauge fixing 方法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- SCX 两层噪声/冗余检测 (AlN v3)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- 数据防中毒 (data poisoning defense)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实验基础：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- AlN v3: 534 DFT帧, 689 清洁标签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- Single ACE vs Model B 完整对比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- SCX 噪声检测 100% 命中验证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目标期刊：Nature Comp Sci / npj CM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1148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0D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48B"/>
                </a:solidFill>
              </a:defRPr>
            </a:pPr>
            <a:r>
              <a:t>论文二：SCX-Theory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The value of data is state-conditioned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核心贡献：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- 通用数学框架 (6 个命题)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- 两层描述符方法论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- 数据四分类理论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- 状态条件专家路由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实验基础：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- MLIP (已验证) + MedMNIST (已验证)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- 合成数据 benchmark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- 计划: FEM 仿真案例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目标期刊：TMLR / AISTATS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写作节奏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论文一可先行（已有完整实验数据）。论文二需要额外完成 FEM 仿真案例 + 合成 benchmark 后投稿。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</a:defRPr>
            </a:pPr>
            <a:r>
              <a:t>SCX 不替代模型，也不替代专家。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</a:defRPr>
            </a:pPr>
            <a:r>
              <a:t>SCX 判断：在当前状态下，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</a:defRPr>
            </a:pPr>
            <a:r>
              <a:t>哪些数据值得信、哪些专家值得信、哪些动作值得花钱。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846320"/>
            <a:ext cx="393192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</a:defRPr>
            </a:pPr>
            <a:r>
              <a:t>The value of data is state-conditioned.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谢谢各位老师 | 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